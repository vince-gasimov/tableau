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60" r:id="rId2"/>
    <p:sldId id="262" r:id="rId3"/>
    <p:sldId id="264" r:id="rId4"/>
    <p:sldId id="265" r:id="rId5"/>
    <p:sldId id="263" r:id="rId6"/>
    <p:sldId id="261" r:id="rId7"/>
    <p:sldId id="256" r:id="rId8"/>
    <p:sldId id="257" r:id="rId9"/>
    <p:sldId id="258" r:id="rId10"/>
    <p:sldId id="259" r:id="rId11"/>
    <p:sldId id="268" r:id="rId12"/>
    <p:sldId id="267" r:id="rId13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Ki/Q6RN6ppPnQWkJ2Tpu3fqjF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1787"/>
    <a:srgbClr val="27467D"/>
    <a:srgbClr val="2F5597"/>
    <a:srgbClr val="666666"/>
    <a:srgbClr val="6E93D0"/>
    <a:srgbClr val="A7A3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1125D3-40DD-49D7-81D1-4B1B3B48C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Dashboard Background Design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4D439EB-4CA5-4C2A-8D9E-CBC3068B0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785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D63CBC5-7A49-4355-A3D3-99E82ADE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106" y="207747"/>
            <a:ext cx="9113788" cy="644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2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F46CA2B-DD91-40E1-85EC-6681E6966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6" y="670321"/>
            <a:ext cx="11621507" cy="551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79D684E-E1B9-4F6A-B088-629E95A1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01" y="128689"/>
            <a:ext cx="11719794" cy="65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2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F51123-0DC0-421F-A9F4-F8757DFA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Dashboard Background Design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738034D-27FC-4464-8801-7AB077A95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857368" cy="4351338"/>
          </a:xfrm>
          <a:solidFill>
            <a:srgbClr val="00B0F0"/>
          </a:solidFill>
        </p:spPr>
        <p:txBody>
          <a:bodyPr/>
          <a:lstStyle/>
          <a:p>
            <a:r>
              <a:rPr lang="tr-TR" dirty="0"/>
              <a:t>El ile çizim</a:t>
            </a:r>
          </a:p>
          <a:p>
            <a:r>
              <a:rPr lang="tr-TR" dirty="0" err="1"/>
              <a:t>Figma</a:t>
            </a:r>
            <a:endParaRPr lang="tr-TR" dirty="0"/>
          </a:p>
          <a:p>
            <a:r>
              <a:rPr lang="tr-TR" dirty="0" err="1"/>
              <a:t>Canva</a:t>
            </a:r>
            <a:endParaRPr lang="tr-TR" dirty="0"/>
          </a:p>
          <a:p>
            <a:r>
              <a:rPr lang="tr-TR" dirty="0" err="1"/>
              <a:t>Power</a:t>
            </a:r>
            <a:r>
              <a:rPr lang="tr-TR" dirty="0"/>
              <a:t> Point</a:t>
            </a:r>
          </a:p>
          <a:p>
            <a:r>
              <a:rPr lang="tr-TR" dirty="0" err="1"/>
              <a:t>Sketchwow</a:t>
            </a:r>
            <a:endParaRPr lang="tr-TR" dirty="0"/>
          </a:p>
          <a:p>
            <a:r>
              <a:rPr lang="tr-TR" dirty="0" err="1"/>
              <a:t>AutoCAD</a:t>
            </a: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Metin Yer Tutucusu 2">
            <a:extLst>
              <a:ext uri="{FF2B5EF4-FFF2-40B4-BE49-F238E27FC236}">
                <a16:creationId xmlns:a16="http://schemas.microsoft.com/office/drawing/2014/main" id="{59BBE7F8-ABAD-470F-BCD2-51EBE4B458E5}"/>
              </a:ext>
            </a:extLst>
          </p:cNvPr>
          <p:cNvSpPr txBox="1">
            <a:spLocks/>
          </p:cNvSpPr>
          <p:nvPr/>
        </p:nvSpPr>
        <p:spPr>
          <a:xfrm>
            <a:off x="6612925" y="1805245"/>
            <a:ext cx="3857368" cy="43513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tr-TR" dirty="0" err="1"/>
              <a:t>Tableau</a:t>
            </a:r>
            <a:endParaRPr lang="tr-TR" dirty="0"/>
          </a:p>
          <a:p>
            <a:r>
              <a:rPr lang="tr-TR" dirty="0" err="1"/>
              <a:t>Power</a:t>
            </a:r>
            <a:r>
              <a:rPr lang="tr-TR" dirty="0"/>
              <a:t> BI</a:t>
            </a:r>
          </a:p>
          <a:p>
            <a:r>
              <a:rPr lang="tr-TR" dirty="0" err="1"/>
              <a:t>Qlik</a:t>
            </a:r>
            <a:endParaRPr lang="tr-TR" dirty="0"/>
          </a:p>
          <a:p>
            <a:r>
              <a:rPr lang="tr-TR" dirty="0"/>
              <a:t>Excel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616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52E6B-4345-4E74-A74B-11E3744A4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2D6B9EA-B034-4D25-9178-69133BDFE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1687135-CA8F-4E13-960A-9CE9AA87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52" y="365125"/>
            <a:ext cx="11039061" cy="62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5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2F5597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833C0B">
                  <a:alpha val="8980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6C0859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001746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A3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22DB863-8D33-4772-8722-6A7A786FE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11" y="0"/>
            <a:ext cx="9015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9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69259E0-1D8B-41DE-84FE-23E6E116E1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saturation sat="74000"/>
                    </a14:imgEffect>
                    <a14:imgEffect>
                      <a14:brightnessContrast bright="-31000"/>
                    </a14:imgEffect>
                  </a14:imgLayer>
                </a14:imgProps>
              </a:ext>
            </a:extLst>
          </a:blip>
          <a:srcRect t="331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8" name="Serbest Form: Şekil 17">
            <a:extLst>
              <a:ext uri="{FF2B5EF4-FFF2-40B4-BE49-F238E27FC236}">
                <a16:creationId xmlns:a16="http://schemas.microsoft.com/office/drawing/2014/main" id="{82084066-D289-4FB0-AE48-1C0D7B48E33D}"/>
              </a:ext>
            </a:extLst>
          </p:cNvPr>
          <p:cNvSpPr/>
          <p:nvPr/>
        </p:nvSpPr>
        <p:spPr>
          <a:xfrm>
            <a:off x="81282" y="96522"/>
            <a:ext cx="12029439" cy="6664959"/>
          </a:xfrm>
          <a:custGeom>
            <a:avLst/>
            <a:gdLst>
              <a:gd name="connsiteX0" fmla="*/ 3152053 w 12029439"/>
              <a:gd name="connsiteY0" fmla="*/ 4667479 h 6664959"/>
              <a:gd name="connsiteX1" fmla="*/ 3814533 w 12029439"/>
              <a:gd name="connsiteY1" fmla="*/ 4667479 h 6664959"/>
              <a:gd name="connsiteX2" fmla="*/ 3893733 w 12029439"/>
              <a:gd name="connsiteY2" fmla="*/ 4667479 h 6664959"/>
              <a:gd name="connsiteX3" fmla="*/ 7883294 w 12029439"/>
              <a:gd name="connsiteY3" fmla="*/ 4667479 h 6664959"/>
              <a:gd name="connsiteX4" fmla="*/ 7962494 w 12029439"/>
              <a:gd name="connsiteY4" fmla="*/ 4667479 h 6664959"/>
              <a:gd name="connsiteX5" fmla="*/ 12029439 w 12029439"/>
              <a:gd name="connsiteY5" fmla="*/ 4667479 h 6664959"/>
              <a:gd name="connsiteX6" fmla="*/ 12029439 w 12029439"/>
              <a:gd name="connsiteY6" fmla="*/ 6664959 h 6664959"/>
              <a:gd name="connsiteX7" fmla="*/ 3152053 w 12029439"/>
              <a:gd name="connsiteY7" fmla="*/ 6664959 h 6664959"/>
              <a:gd name="connsiteX8" fmla="*/ 0 w 12029439"/>
              <a:gd name="connsiteY8" fmla="*/ 4667479 h 6664959"/>
              <a:gd name="connsiteX9" fmla="*/ 3072853 w 12029439"/>
              <a:gd name="connsiteY9" fmla="*/ 4667479 h 6664959"/>
              <a:gd name="connsiteX10" fmla="*/ 3072853 w 12029439"/>
              <a:gd name="connsiteY10" fmla="*/ 6664959 h 6664959"/>
              <a:gd name="connsiteX11" fmla="*/ 0 w 12029439"/>
              <a:gd name="connsiteY11" fmla="*/ 6664959 h 6664959"/>
              <a:gd name="connsiteX12" fmla="*/ 7962494 w 12029439"/>
              <a:gd name="connsiteY12" fmla="*/ 1688240 h 6664959"/>
              <a:gd name="connsiteX13" fmla="*/ 12029439 w 12029439"/>
              <a:gd name="connsiteY13" fmla="*/ 1688240 h 6664959"/>
              <a:gd name="connsiteX14" fmla="*/ 12029439 w 12029439"/>
              <a:gd name="connsiteY14" fmla="*/ 4588279 h 6664959"/>
              <a:gd name="connsiteX15" fmla="*/ 7962494 w 12029439"/>
              <a:gd name="connsiteY15" fmla="*/ 4588279 h 6664959"/>
              <a:gd name="connsiteX16" fmla="*/ 3893733 w 12029439"/>
              <a:gd name="connsiteY16" fmla="*/ 1688240 h 6664959"/>
              <a:gd name="connsiteX17" fmla="*/ 7883294 w 12029439"/>
              <a:gd name="connsiteY17" fmla="*/ 1688240 h 6664959"/>
              <a:gd name="connsiteX18" fmla="*/ 7883294 w 12029439"/>
              <a:gd name="connsiteY18" fmla="*/ 4588279 h 6664959"/>
              <a:gd name="connsiteX19" fmla="*/ 3893733 w 12029439"/>
              <a:gd name="connsiteY19" fmla="*/ 4588279 h 6664959"/>
              <a:gd name="connsiteX20" fmla="*/ 0 w 12029439"/>
              <a:gd name="connsiteY20" fmla="*/ 1688240 h 6664959"/>
              <a:gd name="connsiteX21" fmla="*/ 3814533 w 12029439"/>
              <a:gd name="connsiteY21" fmla="*/ 1688240 h 6664959"/>
              <a:gd name="connsiteX22" fmla="*/ 3814533 w 12029439"/>
              <a:gd name="connsiteY22" fmla="*/ 4588279 h 6664959"/>
              <a:gd name="connsiteX23" fmla="*/ 3152053 w 12029439"/>
              <a:gd name="connsiteY23" fmla="*/ 4588279 h 6664959"/>
              <a:gd name="connsiteX24" fmla="*/ 3072853 w 12029439"/>
              <a:gd name="connsiteY24" fmla="*/ 4588279 h 6664959"/>
              <a:gd name="connsiteX25" fmla="*/ 0 w 12029439"/>
              <a:gd name="connsiteY25" fmla="*/ 4588279 h 6664959"/>
              <a:gd name="connsiteX26" fmla="*/ 10446932 w 12029439"/>
              <a:gd name="connsiteY26" fmla="*/ 563792 h 6664959"/>
              <a:gd name="connsiteX27" fmla="*/ 12029439 w 12029439"/>
              <a:gd name="connsiteY27" fmla="*/ 563792 h 6664959"/>
              <a:gd name="connsiteX28" fmla="*/ 12029439 w 12029439"/>
              <a:gd name="connsiteY28" fmla="*/ 1609040 h 6664959"/>
              <a:gd name="connsiteX29" fmla="*/ 10446932 w 12029439"/>
              <a:gd name="connsiteY29" fmla="*/ 1609040 h 6664959"/>
              <a:gd name="connsiteX30" fmla="*/ 0 w 12029439"/>
              <a:gd name="connsiteY30" fmla="*/ 563792 h 6664959"/>
              <a:gd name="connsiteX31" fmla="*/ 10367732 w 12029439"/>
              <a:gd name="connsiteY31" fmla="*/ 563792 h 6664959"/>
              <a:gd name="connsiteX32" fmla="*/ 10367732 w 12029439"/>
              <a:gd name="connsiteY32" fmla="*/ 1609040 h 6664959"/>
              <a:gd name="connsiteX33" fmla="*/ 7962494 w 12029439"/>
              <a:gd name="connsiteY33" fmla="*/ 1609040 h 6664959"/>
              <a:gd name="connsiteX34" fmla="*/ 7962494 w 12029439"/>
              <a:gd name="connsiteY34" fmla="*/ 1607480 h 6664959"/>
              <a:gd name="connsiteX35" fmla="*/ 7883294 w 12029439"/>
              <a:gd name="connsiteY35" fmla="*/ 1607480 h 6664959"/>
              <a:gd name="connsiteX36" fmla="*/ 7883294 w 12029439"/>
              <a:gd name="connsiteY36" fmla="*/ 1609040 h 6664959"/>
              <a:gd name="connsiteX37" fmla="*/ 3893733 w 12029439"/>
              <a:gd name="connsiteY37" fmla="*/ 1609040 h 6664959"/>
              <a:gd name="connsiteX38" fmla="*/ 3893733 w 12029439"/>
              <a:gd name="connsiteY38" fmla="*/ 1607480 h 6664959"/>
              <a:gd name="connsiteX39" fmla="*/ 3814533 w 12029439"/>
              <a:gd name="connsiteY39" fmla="*/ 1607480 h 6664959"/>
              <a:gd name="connsiteX40" fmla="*/ 3814533 w 12029439"/>
              <a:gd name="connsiteY40" fmla="*/ 1609040 h 6664959"/>
              <a:gd name="connsiteX41" fmla="*/ 0 w 12029439"/>
              <a:gd name="connsiteY41" fmla="*/ 1609040 h 6664959"/>
              <a:gd name="connsiteX42" fmla="*/ 0 w 12029439"/>
              <a:gd name="connsiteY42" fmla="*/ 0 h 6664959"/>
              <a:gd name="connsiteX43" fmla="*/ 12029439 w 12029439"/>
              <a:gd name="connsiteY43" fmla="*/ 0 h 6664959"/>
              <a:gd name="connsiteX44" fmla="*/ 12029439 w 12029439"/>
              <a:gd name="connsiteY44" fmla="*/ 484592 h 6664959"/>
              <a:gd name="connsiteX45" fmla="*/ 10446932 w 12029439"/>
              <a:gd name="connsiteY45" fmla="*/ 484592 h 6664959"/>
              <a:gd name="connsiteX46" fmla="*/ 10446932 w 12029439"/>
              <a:gd name="connsiteY46" fmla="*/ 484592 h 6664959"/>
              <a:gd name="connsiteX47" fmla="*/ 10367732 w 12029439"/>
              <a:gd name="connsiteY47" fmla="*/ 484592 h 6664959"/>
              <a:gd name="connsiteX48" fmla="*/ 10367732 w 12029439"/>
              <a:gd name="connsiteY48" fmla="*/ 484592 h 6664959"/>
              <a:gd name="connsiteX49" fmla="*/ 0 w 12029439"/>
              <a:gd name="connsiteY49" fmla="*/ 484592 h 6664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029439" h="6664959">
                <a:moveTo>
                  <a:pt x="3152053" y="4667479"/>
                </a:moveTo>
                <a:lnTo>
                  <a:pt x="3814533" y="4667479"/>
                </a:lnTo>
                <a:lnTo>
                  <a:pt x="3893733" y="4667479"/>
                </a:lnTo>
                <a:lnTo>
                  <a:pt x="7883294" y="4667479"/>
                </a:lnTo>
                <a:lnTo>
                  <a:pt x="7962494" y="4667479"/>
                </a:lnTo>
                <a:lnTo>
                  <a:pt x="12029439" y="4667479"/>
                </a:lnTo>
                <a:lnTo>
                  <a:pt x="12029439" y="6664959"/>
                </a:lnTo>
                <a:lnTo>
                  <a:pt x="3152053" y="6664959"/>
                </a:lnTo>
                <a:close/>
                <a:moveTo>
                  <a:pt x="0" y="4667479"/>
                </a:moveTo>
                <a:lnTo>
                  <a:pt x="3072853" y="4667479"/>
                </a:lnTo>
                <a:lnTo>
                  <a:pt x="3072853" y="6664959"/>
                </a:lnTo>
                <a:lnTo>
                  <a:pt x="0" y="6664959"/>
                </a:lnTo>
                <a:close/>
                <a:moveTo>
                  <a:pt x="7962494" y="1688240"/>
                </a:moveTo>
                <a:lnTo>
                  <a:pt x="12029439" y="1688240"/>
                </a:lnTo>
                <a:lnTo>
                  <a:pt x="12029439" y="4588279"/>
                </a:lnTo>
                <a:lnTo>
                  <a:pt x="7962494" y="4588279"/>
                </a:lnTo>
                <a:close/>
                <a:moveTo>
                  <a:pt x="3893733" y="1688240"/>
                </a:moveTo>
                <a:lnTo>
                  <a:pt x="7883294" y="1688240"/>
                </a:lnTo>
                <a:lnTo>
                  <a:pt x="7883294" y="4588279"/>
                </a:lnTo>
                <a:lnTo>
                  <a:pt x="3893733" y="4588279"/>
                </a:lnTo>
                <a:close/>
                <a:moveTo>
                  <a:pt x="0" y="1688240"/>
                </a:moveTo>
                <a:lnTo>
                  <a:pt x="3814533" y="1688240"/>
                </a:lnTo>
                <a:lnTo>
                  <a:pt x="3814533" y="4588279"/>
                </a:lnTo>
                <a:lnTo>
                  <a:pt x="3152053" y="4588279"/>
                </a:lnTo>
                <a:lnTo>
                  <a:pt x="3072853" y="4588279"/>
                </a:lnTo>
                <a:lnTo>
                  <a:pt x="0" y="4588279"/>
                </a:lnTo>
                <a:close/>
                <a:moveTo>
                  <a:pt x="10446932" y="563792"/>
                </a:moveTo>
                <a:lnTo>
                  <a:pt x="12029439" y="563792"/>
                </a:lnTo>
                <a:lnTo>
                  <a:pt x="12029439" y="1609040"/>
                </a:lnTo>
                <a:lnTo>
                  <a:pt x="10446932" y="1609040"/>
                </a:lnTo>
                <a:close/>
                <a:moveTo>
                  <a:pt x="0" y="563792"/>
                </a:moveTo>
                <a:lnTo>
                  <a:pt x="10367732" y="563792"/>
                </a:lnTo>
                <a:lnTo>
                  <a:pt x="10367732" y="1609040"/>
                </a:lnTo>
                <a:lnTo>
                  <a:pt x="7962494" y="1609040"/>
                </a:lnTo>
                <a:lnTo>
                  <a:pt x="7962494" y="1607480"/>
                </a:lnTo>
                <a:lnTo>
                  <a:pt x="7883294" y="1607480"/>
                </a:lnTo>
                <a:lnTo>
                  <a:pt x="7883294" y="1609040"/>
                </a:lnTo>
                <a:lnTo>
                  <a:pt x="3893733" y="1609040"/>
                </a:lnTo>
                <a:lnTo>
                  <a:pt x="3893733" y="1607480"/>
                </a:lnTo>
                <a:lnTo>
                  <a:pt x="3814533" y="1607480"/>
                </a:lnTo>
                <a:lnTo>
                  <a:pt x="3814533" y="1609040"/>
                </a:lnTo>
                <a:lnTo>
                  <a:pt x="0" y="1609040"/>
                </a:lnTo>
                <a:close/>
                <a:moveTo>
                  <a:pt x="0" y="0"/>
                </a:moveTo>
                <a:lnTo>
                  <a:pt x="12029439" y="0"/>
                </a:lnTo>
                <a:lnTo>
                  <a:pt x="12029439" y="484592"/>
                </a:lnTo>
                <a:lnTo>
                  <a:pt x="10446932" y="484592"/>
                </a:lnTo>
                <a:lnTo>
                  <a:pt x="10446932" y="484592"/>
                </a:lnTo>
                <a:lnTo>
                  <a:pt x="10367732" y="484592"/>
                </a:lnTo>
                <a:lnTo>
                  <a:pt x="10367732" y="484592"/>
                </a:lnTo>
                <a:lnTo>
                  <a:pt x="0" y="484592"/>
                </a:lnTo>
                <a:close/>
              </a:path>
            </a:pathLst>
          </a:custGeom>
          <a:gradFill flip="none" rotWithShape="1">
            <a:gsLst>
              <a:gs pos="66000">
                <a:srgbClr val="27467D">
                  <a:alpha val="79000"/>
                  <a:lumMod val="96000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ABC0E4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6884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69259E0-1D8B-41DE-84FE-23E6E116E1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"/>
                    </a14:imgEffect>
                    <a14:imgEffect>
                      <a14:saturation sat="74000"/>
                    </a14:imgEffect>
                    <a14:imgEffect>
                      <a14:brightnessContrast bright="-31000"/>
                    </a14:imgEffect>
                  </a14:imgLayer>
                </a14:imgProps>
              </a:ext>
            </a:extLst>
          </a:blip>
          <a:srcRect t="331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8" name="Serbest Form: Şekil 17">
            <a:extLst>
              <a:ext uri="{FF2B5EF4-FFF2-40B4-BE49-F238E27FC236}">
                <a16:creationId xmlns:a16="http://schemas.microsoft.com/office/drawing/2014/main" id="{82084066-D289-4FB0-AE48-1C0D7B48E33D}"/>
              </a:ext>
            </a:extLst>
          </p:cNvPr>
          <p:cNvSpPr/>
          <p:nvPr/>
        </p:nvSpPr>
        <p:spPr>
          <a:xfrm>
            <a:off x="81282" y="96522"/>
            <a:ext cx="12029439" cy="6664959"/>
          </a:xfrm>
          <a:custGeom>
            <a:avLst/>
            <a:gdLst>
              <a:gd name="connsiteX0" fmla="*/ 3152053 w 12029439"/>
              <a:gd name="connsiteY0" fmla="*/ 4667479 h 6664959"/>
              <a:gd name="connsiteX1" fmla="*/ 3814533 w 12029439"/>
              <a:gd name="connsiteY1" fmla="*/ 4667479 h 6664959"/>
              <a:gd name="connsiteX2" fmla="*/ 3893733 w 12029439"/>
              <a:gd name="connsiteY2" fmla="*/ 4667479 h 6664959"/>
              <a:gd name="connsiteX3" fmla="*/ 7883294 w 12029439"/>
              <a:gd name="connsiteY3" fmla="*/ 4667479 h 6664959"/>
              <a:gd name="connsiteX4" fmla="*/ 7962494 w 12029439"/>
              <a:gd name="connsiteY4" fmla="*/ 4667479 h 6664959"/>
              <a:gd name="connsiteX5" fmla="*/ 12029439 w 12029439"/>
              <a:gd name="connsiteY5" fmla="*/ 4667479 h 6664959"/>
              <a:gd name="connsiteX6" fmla="*/ 12029439 w 12029439"/>
              <a:gd name="connsiteY6" fmla="*/ 6664959 h 6664959"/>
              <a:gd name="connsiteX7" fmla="*/ 3152053 w 12029439"/>
              <a:gd name="connsiteY7" fmla="*/ 6664959 h 6664959"/>
              <a:gd name="connsiteX8" fmla="*/ 0 w 12029439"/>
              <a:gd name="connsiteY8" fmla="*/ 4667479 h 6664959"/>
              <a:gd name="connsiteX9" fmla="*/ 3072853 w 12029439"/>
              <a:gd name="connsiteY9" fmla="*/ 4667479 h 6664959"/>
              <a:gd name="connsiteX10" fmla="*/ 3072853 w 12029439"/>
              <a:gd name="connsiteY10" fmla="*/ 6664959 h 6664959"/>
              <a:gd name="connsiteX11" fmla="*/ 0 w 12029439"/>
              <a:gd name="connsiteY11" fmla="*/ 6664959 h 6664959"/>
              <a:gd name="connsiteX12" fmla="*/ 7962494 w 12029439"/>
              <a:gd name="connsiteY12" fmla="*/ 1688240 h 6664959"/>
              <a:gd name="connsiteX13" fmla="*/ 12029439 w 12029439"/>
              <a:gd name="connsiteY13" fmla="*/ 1688240 h 6664959"/>
              <a:gd name="connsiteX14" fmla="*/ 12029439 w 12029439"/>
              <a:gd name="connsiteY14" fmla="*/ 4588279 h 6664959"/>
              <a:gd name="connsiteX15" fmla="*/ 7962494 w 12029439"/>
              <a:gd name="connsiteY15" fmla="*/ 4588279 h 6664959"/>
              <a:gd name="connsiteX16" fmla="*/ 3893733 w 12029439"/>
              <a:gd name="connsiteY16" fmla="*/ 1688240 h 6664959"/>
              <a:gd name="connsiteX17" fmla="*/ 7883294 w 12029439"/>
              <a:gd name="connsiteY17" fmla="*/ 1688240 h 6664959"/>
              <a:gd name="connsiteX18" fmla="*/ 7883294 w 12029439"/>
              <a:gd name="connsiteY18" fmla="*/ 4588279 h 6664959"/>
              <a:gd name="connsiteX19" fmla="*/ 3893733 w 12029439"/>
              <a:gd name="connsiteY19" fmla="*/ 4588279 h 6664959"/>
              <a:gd name="connsiteX20" fmla="*/ 0 w 12029439"/>
              <a:gd name="connsiteY20" fmla="*/ 1688240 h 6664959"/>
              <a:gd name="connsiteX21" fmla="*/ 3814533 w 12029439"/>
              <a:gd name="connsiteY21" fmla="*/ 1688240 h 6664959"/>
              <a:gd name="connsiteX22" fmla="*/ 3814533 w 12029439"/>
              <a:gd name="connsiteY22" fmla="*/ 4588279 h 6664959"/>
              <a:gd name="connsiteX23" fmla="*/ 3152053 w 12029439"/>
              <a:gd name="connsiteY23" fmla="*/ 4588279 h 6664959"/>
              <a:gd name="connsiteX24" fmla="*/ 3072853 w 12029439"/>
              <a:gd name="connsiteY24" fmla="*/ 4588279 h 6664959"/>
              <a:gd name="connsiteX25" fmla="*/ 0 w 12029439"/>
              <a:gd name="connsiteY25" fmla="*/ 4588279 h 6664959"/>
              <a:gd name="connsiteX26" fmla="*/ 10446932 w 12029439"/>
              <a:gd name="connsiteY26" fmla="*/ 563792 h 6664959"/>
              <a:gd name="connsiteX27" fmla="*/ 12029439 w 12029439"/>
              <a:gd name="connsiteY27" fmla="*/ 563792 h 6664959"/>
              <a:gd name="connsiteX28" fmla="*/ 12029439 w 12029439"/>
              <a:gd name="connsiteY28" fmla="*/ 1609040 h 6664959"/>
              <a:gd name="connsiteX29" fmla="*/ 10446932 w 12029439"/>
              <a:gd name="connsiteY29" fmla="*/ 1609040 h 6664959"/>
              <a:gd name="connsiteX30" fmla="*/ 0 w 12029439"/>
              <a:gd name="connsiteY30" fmla="*/ 563792 h 6664959"/>
              <a:gd name="connsiteX31" fmla="*/ 10367732 w 12029439"/>
              <a:gd name="connsiteY31" fmla="*/ 563792 h 6664959"/>
              <a:gd name="connsiteX32" fmla="*/ 10367732 w 12029439"/>
              <a:gd name="connsiteY32" fmla="*/ 1609040 h 6664959"/>
              <a:gd name="connsiteX33" fmla="*/ 7962494 w 12029439"/>
              <a:gd name="connsiteY33" fmla="*/ 1609040 h 6664959"/>
              <a:gd name="connsiteX34" fmla="*/ 7962494 w 12029439"/>
              <a:gd name="connsiteY34" fmla="*/ 1607480 h 6664959"/>
              <a:gd name="connsiteX35" fmla="*/ 7883294 w 12029439"/>
              <a:gd name="connsiteY35" fmla="*/ 1607480 h 6664959"/>
              <a:gd name="connsiteX36" fmla="*/ 7883294 w 12029439"/>
              <a:gd name="connsiteY36" fmla="*/ 1609040 h 6664959"/>
              <a:gd name="connsiteX37" fmla="*/ 3893733 w 12029439"/>
              <a:gd name="connsiteY37" fmla="*/ 1609040 h 6664959"/>
              <a:gd name="connsiteX38" fmla="*/ 3893733 w 12029439"/>
              <a:gd name="connsiteY38" fmla="*/ 1607480 h 6664959"/>
              <a:gd name="connsiteX39" fmla="*/ 3814533 w 12029439"/>
              <a:gd name="connsiteY39" fmla="*/ 1607480 h 6664959"/>
              <a:gd name="connsiteX40" fmla="*/ 3814533 w 12029439"/>
              <a:gd name="connsiteY40" fmla="*/ 1609040 h 6664959"/>
              <a:gd name="connsiteX41" fmla="*/ 0 w 12029439"/>
              <a:gd name="connsiteY41" fmla="*/ 1609040 h 6664959"/>
              <a:gd name="connsiteX42" fmla="*/ 0 w 12029439"/>
              <a:gd name="connsiteY42" fmla="*/ 0 h 6664959"/>
              <a:gd name="connsiteX43" fmla="*/ 12029439 w 12029439"/>
              <a:gd name="connsiteY43" fmla="*/ 0 h 6664959"/>
              <a:gd name="connsiteX44" fmla="*/ 12029439 w 12029439"/>
              <a:gd name="connsiteY44" fmla="*/ 484592 h 6664959"/>
              <a:gd name="connsiteX45" fmla="*/ 10446932 w 12029439"/>
              <a:gd name="connsiteY45" fmla="*/ 484592 h 6664959"/>
              <a:gd name="connsiteX46" fmla="*/ 10446932 w 12029439"/>
              <a:gd name="connsiteY46" fmla="*/ 484592 h 6664959"/>
              <a:gd name="connsiteX47" fmla="*/ 10367732 w 12029439"/>
              <a:gd name="connsiteY47" fmla="*/ 484592 h 6664959"/>
              <a:gd name="connsiteX48" fmla="*/ 10367732 w 12029439"/>
              <a:gd name="connsiteY48" fmla="*/ 484592 h 6664959"/>
              <a:gd name="connsiteX49" fmla="*/ 0 w 12029439"/>
              <a:gd name="connsiteY49" fmla="*/ 484592 h 6664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029439" h="6664959">
                <a:moveTo>
                  <a:pt x="3152053" y="4667479"/>
                </a:moveTo>
                <a:lnTo>
                  <a:pt x="3814533" y="4667479"/>
                </a:lnTo>
                <a:lnTo>
                  <a:pt x="3893733" y="4667479"/>
                </a:lnTo>
                <a:lnTo>
                  <a:pt x="7883294" y="4667479"/>
                </a:lnTo>
                <a:lnTo>
                  <a:pt x="7962494" y="4667479"/>
                </a:lnTo>
                <a:lnTo>
                  <a:pt x="12029439" y="4667479"/>
                </a:lnTo>
                <a:lnTo>
                  <a:pt x="12029439" y="6664959"/>
                </a:lnTo>
                <a:lnTo>
                  <a:pt x="3152053" y="6664959"/>
                </a:lnTo>
                <a:close/>
                <a:moveTo>
                  <a:pt x="0" y="4667479"/>
                </a:moveTo>
                <a:lnTo>
                  <a:pt x="3072853" y="4667479"/>
                </a:lnTo>
                <a:lnTo>
                  <a:pt x="3072853" y="6664959"/>
                </a:lnTo>
                <a:lnTo>
                  <a:pt x="0" y="6664959"/>
                </a:lnTo>
                <a:close/>
                <a:moveTo>
                  <a:pt x="7962494" y="1688240"/>
                </a:moveTo>
                <a:lnTo>
                  <a:pt x="12029439" y="1688240"/>
                </a:lnTo>
                <a:lnTo>
                  <a:pt x="12029439" y="4588279"/>
                </a:lnTo>
                <a:lnTo>
                  <a:pt x="7962494" y="4588279"/>
                </a:lnTo>
                <a:close/>
                <a:moveTo>
                  <a:pt x="3893733" y="1688240"/>
                </a:moveTo>
                <a:lnTo>
                  <a:pt x="7883294" y="1688240"/>
                </a:lnTo>
                <a:lnTo>
                  <a:pt x="7883294" y="4588279"/>
                </a:lnTo>
                <a:lnTo>
                  <a:pt x="3893733" y="4588279"/>
                </a:lnTo>
                <a:close/>
                <a:moveTo>
                  <a:pt x="0" y="1688240"/>
                </a:moveTo>
                <a:lnTo>
                  <a:pt x="3814533" y="1688240"/>
                </a:lnTo>
                <a:lnTo>
                  <a:pt x="3814533" y="4588279"/>
                </a:lnTo>
                <a:lnTo>
                  <a:pt x="3152053" y="4588279"/>
                </a:lnTo>
                <a:lnTo>
                  <a:pt x="3072853" y="4588279"/>
                </a:lnTo>
                <a:lnTo>
                  <a:pt x="0" y="4588279"/>
                </a:lnTo>
                <a:close/>
                <a:moveTo>
                  <a:pt x="10446932" y="563792"/>
                </a:moveTo>
                <a:lnTo>
                  <a:pt x="12029439" y="563792"/>
                </a:lnTo>
                <a:lnTo>
                  <a:pt x="12029439" y="1609040"/>
                </a:lnTo>
                <a:lnTo>
                  <a:pt x="10446932" y="1609040"/>
                </a:lnTo>
                <a:close/>
                <a:moveTo>
                  <a:pt x="0" y="563792"/>
                </a:moveTo>
                <a:lnTo>
                  <a:pt x="10367732" y="563792"/>
                </a:lnTo>
                <a:lnTo>
                  <a:pt x="10367732" y="1609040"/>
                </a:lnTo>
                <a:lnTo>
                  <a:pt x="7962494" y="1609040"/>
                </a:lnTo>
                <a:lnTo>
                  <a:pt x="7962494" y="1607480"/>
                </a:lnTo>
                <a:lnTo>
                  <a:pt x="7883294" y="1607480"/>
                </a:lnTo>
                <a:lnTo>
                  <a:pt x="7883294" y="1609040"/>
                </a:lnTo>
                <a:lnTo>
                  <a:pt x="3893733" y="1609040"/>
                </a:lnTo>
                <a:lnTo>
                  <a:pt x="3893733" y="1607480"/>
                </a:lnTo>
                <a:lnTo>
                  <a:pt x="3814533" y="1607480"/>
                </a:lnTo>
                <a:lnTo>
                  <a:pt x="3814533" y="1609040"/>
                </a:lnTo>
                <a:lnTo>
                  <a:pt x="0" y="1609040"/>
                </a:lnTo>
                <a:close/>
                <a:moveTo>
                  <a:pt x="0" y="0"/>
                </a:moveTo>
                <a:lnTo>
                  <a:pt x="12029439" y="0"/>
                </a:lnTo>
                <a:lnTo>
                  <a:pt x="12029439" y="484592"/>
                </a:lnTo>
                <a:lnTo>
                  <a:pt x="10446932" y="484592"/>
                </a:lnTo>
                <a:lnTo>
                  <a:pt x="10446932" y="484592"/>
                </a:lnTo>
                <a:lnTo>
                  <a:pt x="10367732" y="484592"/>
                </a:lnTo>
                <a:lnTo>
                  <a:pt x="10367732" y="484592"/>
                </a:lnTo>
                <a:lnTo>
                  <a:pt x="0" y="484592"/>
                </a:lnTo>
                <a:close/>
              </a:path>
            </a:pathLst>
          </a:custGeom>
          <a:gradFill flip="none" rotWithShape="1">
            <a:gsLst>
              <a:gs pos="66000">
                <a:srgbClr val="571787">
                  <a:alpha val="78824"/>
                </a:srgb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ABC0E4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239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</Words>
  <Application>Microsoft Office PowerPoint</Application>
  <PresentationFormat>Geniş ekran</PresentationFormat>
  <Paragraphs>12</Paragraphs>
  <Slides>13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Dashboard Background Design Methods </vt:lpstr>
      <vt:lpstr>PowerPoint Sunusu</vt:lpstr>
      <vt:lpstr>PowerPoint Sunusu</vt:lpstr>
      <vt:lpstr>PowerPoint Sunusu</vt:lpstr>
      <vt:lpstr>Dashboard Background Design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Background Design Methods</dc:title>
  <dc:creator>Swapnajeet</dc:creator>
  <cp:lastModifiedBy>vistroerz@gmail.com</cp:lastModifiedBy>
  <cp:revision>3</cp:revision>
  <dcterms:created xsi:type="dcterms:W3CDTF">2023-03-05T06:43:17Z</dcterms:created>
  <dcterms:modified xsi:type="dcterms:W3CDTF">2023-12-02T00:22:09Z</dcterms:modified>
</cp:coreProperties>
</file>